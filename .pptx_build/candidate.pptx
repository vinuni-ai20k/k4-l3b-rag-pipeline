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178e41f5a42ea" /><Relationship Type="http://schemas.openxmlformats.org/officeDocument/2006/relationships/extended-properties" Target="/docProps/app.xml" Id="R8a8c13a048f0467f" /><Relationship Type="http://schemas.openxmlformats.org/officeDocument/2006/relationships/officeDocument" Target="/ppt/presentation.xml" Id="Rc4e41414ffa44a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2ede33d04482b"/>
  </p:sldMasterIdLst>
  <p:notesMasterIdLst>
    <p:notesMasterId xmlns:r="http://schemas.openxmlformats.org/officeDocument/2006/relationships" r:id="R2f159401094b49b1"/>
  </p:notesMasterIdLst>
  <p:sldIdLst>
    <p:sldId xmlns:r="http://schemas.openxmlformats.org/officeDocument/2006/relationships" id="256" r:id="Rbe11f690f3ba4b72"/>
    <p:sldId xmlns:r="http://schemas.openxmlformats.org/officeDocument/2006/relationships" id="257" r:id="R80a93f725de94a16"/>
    <p:sldId xmlns:r="http://schemas.openxmlformats.org/officeDocument/2006/relationships" id="258" r:id="R40e6162aac75433e"/>
    <p:sldId xmlns:r="http://schemas.openxmlformats.org/officeDocument/2006/relationships" id="259" r:id="Rf0e0bd1a92cd47c8"/>
    <p:sldId xmlns:r="http://schemas.openxmlformats.org/officeDocument/2006/relationships" id="260" r:id="Rf3691d6a70034f7d"/>
    <p:sldId xmlns:r="http://schemas.openxmlformats.org/officeDocument/2006/relationships" id="261" r:id="R16c7aa7828c8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9b438b54341e3" /><Relationship Type="http://schemas.openxmlformats.org/officeDocument/2006/relationships/slideMaster" Target="/ppt/slideMasters/slideMaster1.xml" Id="Rf3c2ede33d04482b" /><Relationship Type="http://schemas.openxmlformats.org/officeDocument/2006/relationships/notesMaster" Target="/ppt/notesMasters/notesMaster1.xml" Id="R2f159401094b49b1" /><Relationship Type="http://schemas.openxmlformats.org/officeDocument/2006/relationships/presProps" Target="/ppt/presProps.xml" Id="Rb7dfb6628fd94588" /><Relationship Type="http://schemas.openxmlformats.org/officeDocument/2006/relationships/tableStyles" Target="/ppt/tableStyles.xml" Id="R0f06dfc8eb71487c" /><Relationship Type="http://schemas.openxmlformats.org/officeDocument/2006/relationships/slide" Target="/ppt/slides/slide1.xml" Id="Rbe11f690f3ba4b72" /><Relationship Type="http://schemas.openxmlformats.org/officeDocument/2006/relationships/slide" Target="/ppt/slides/slide2.xml" Id="R80a93f725de94a16" /><Relationship Type="http://schemas.openxmlformats.org/officeDocument/2006/relationships/slide" Target="/ppt/slides/slide3.xml" Id="R40e6162aac75433e" /><Relationship Type="http://schemas.openxmlformats.org/officeDocument/2006/relationships/slide" Target="/ppt/slides/slide4.xml" Id="Rf0e0bd1a92cd47c8" /><Relationship Type="http://schemas.openxmlformats.org/officeDocument/2006/relationships/slide" Target="/ppt/slides/slide5.xml" Id="Rf3691d6a70034f7d" /><Relationship Type="http://schemas.openxmlformats.org/officeDocument/2006/relationships/slide" Target="/ppt/slides/slide6.xml" Id="R16c7aa7828c8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5cd5e6c4a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37c64268a4e7c" /><Relationship Type="http://schemas.openxmlformats.org/officeDocument/2006/relationships/notesMaster" Target="/ppt/notesMasters/notesMaster1.xml" Id="R8b2d831e48d947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aea2d576c4644" /><Relationship Type="http://schemas.openxmlformats.org/officeDocument/2006/relationships/notesMaster" Target="/ppt/notesMasters/notesMaster1.xml" Id="Rb85c1e47037b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f1604174646b9" /><Relationship Type="http://schemas.openxmlformats.org/officeDocument/2006/relationships/notesMaster" Target="/ppt/notesMasters/notesMaster1.xml" Id="R72b8b6dbc292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24c62c8b974ace" /><Relationship Type="http://schemas.openxmlformats.org/officeDocument/2006/relationships/notesMaster" Target="/ppt/notesMasters/notesMaster1.xml" Id="Rf817a925805542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646344628a4b50" /><Relationship Type="http://schemas.openxmlformats.org/officeDocument/2006/relationships/notesMaster" Target="/ppt/notesMasters/notesMaster1.xml" Id="R09cfb9bab7ad4d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f5420606d43ec" /><Relationship Type="http://schemas.openxmlformats.org/officeDocument/2006/relationships/notesMaster" Target="/ppt/notesMasters/notesMaster1.xml" Id="Raef4814852a5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Ask IELTS Writing: truy xuất bằng chứng từ corpus đã thu thập và sinh câu trả lời có trích dẫn. Corpus benchmark hiện gồm 5 trang chuẩn hóa; golden set 30 câu hỏi tiếng Anh.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Golden set: 30 câu, chia đều BM25-targeted, semantic paraphrase và multi-constraint. Benchmark retrieval dùng câu hỏi tiếng Anh phù hợp ngôn ngữ corpus.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Luồng: thu thập -&gt; chuẩn hóa Markdown -&gt; chunk và lập chỉ mục -&gt; semantic + lexical retrieval -&gt; RRF -&gt; grounded generation. Chunking mới giới hạn 1200 ký tự, 0 overlap, giữ breadcrumb heading. Vector index lưu trong ChromaDB.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RRF gộp hai danh sách xếp hạng với k=60, xuất top 5. Embedding production mặc định BAAI/bge-m3; benchmark retrieval hiện dùng sentence-transformers/all-mpnet-base-v2. Metric benchmark chưa đại diện chính xác cho BGE-M3.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 dụ dựa trên evidence trong golden dataset Q01. LLM mặc định deepseek-flash; câu trả lời chỉ dùng context truy xuất và dùng citation [S#]. Nếu nguồn không xác minh được, hệ thống từ chối an toàn. Streamlit hiển thị câu trả lời và nguồn.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group_project/evaluation/RETRIEVAL_COMPARISON.md và golden_dataset.json. Chunking theo heading, tối đa 1200 ký tự, không overlap. Benchmark 30 câu tiếng Anh trên 5 trang. Dense model benchmark all-mpnet-base-v2; pipeline mặc định BAAI/bge-m3. Hit@k/MRR@5 đo truy xuất evidence, không đo chất lượng generation. Hybrid Hit@5 = BM25 = 0.900; Hybrid MRR@5 cao nhất = 0.764.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fd7c17d9c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50e045873e4034" /><Relationship Type="http://schemas.openxmlformats.org/officeDocument/2006/relationships/slideLayout" Target="/ppt/slideLayouts/slideLayout1.xml" Id="R78de67ac2255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e67ac2255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5d6973674a76" /><Relationship Type="http://schemas.openxmlformats.org/officeDocument/2006/relationships/notesSlide" Target="/ppt/notesSlides/notesSlide1.xml" Id="R69014915bee7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69ce24d6b4a52" /><Relationship Type="http://schemas.openxmlformats.org/officeDocument/2006/relationships/notesSlide" Target="/ppt/notesSlides/notesSlide2.xml" Id="R2607ff43bb4a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24261e4a14690" /><Relationship Type="http://schemas.openxmlformats.org/officeDocument/2006/relationships/notesSlide" Target="/ppt/notesSlides/notesSlide3.xml" Id="R4ed5b088a0d0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4204d4a564cfc" /><Relationship Type="http://schemas.openxmlformats.org/officeDocument/2006/relationships/notesSlide" Target="/ppt/notesSlides/notesSlide4.xml" Id="Rc6a1b7a9e82441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f3b9349594437" /><Relationship Type="http://schemas.openxmlformats.org/officeDocument/2006/relationships/notesSlide" Target="/ppt/notesSlides/notesSlide5.xml" Id="R2fe32bfc26fd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daedd6124154" /><Relationship Type="http://schemas.openxmlformats.org/officeDocument/2006/relationships/notesSlide" Target="/ppt/notesSlides/notesSlide6.xml" Id="R7fa0bae0cd764c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0A858-091A-43CB-9235-476DACB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511E6-E52C-4227-A378-F17FA7B1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398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76817-EB27-45E7-9D0C-56D2674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C87DF-72C2-46CA-B24E-F19468C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Hỏi đáp có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nguồn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3AE0F-0872-4CCF-98C4-F8FA0C4E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Trợ lý truy xuất tài liệu và trả lời kèm trích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6AECD-C755-4161-97B2-2D63671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TÀI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0FBD5-9F28-441E-BD57-3C6363C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809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12BAD-F19A-4ED3-8E0F-217176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295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F9211-4EF5-4AD2-992D-34471F3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FA392-6033-402A-BA4D-7A4F19CD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48075"/>
            <a:ext cx="1809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32AD4-AEA7-4655-BFB7-66DCE993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48075"/>
            <a:ext cx="15811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9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37787-6EEF-4DA7-B1A9-435C311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CÂU TRẢ LỜI  [S1]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3410E-6F66-418D-A44C-629AB233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30 câu hỏi đánh giá  ·  5 trang nguồn</a:t>
            </a:r>
          </a:p>
        </p:txBody>
      </p:sp>
    </p:spTree>
    <p:extLst>
      <p:ext uri="{BB962C8B-B14F-4D97-AF65-F5344CB8AC3E}">
        <p14:creationId xmlns:p14="http://schemas.microsoft.com/office/powerpoint/2010/main" val="584559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0F38D-2F15-4629-9A98-FD17CE0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6CC4-EF1C-4182-B743-C07B861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C9F86-6B9C-48C7-86B0-0866B5E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Phạm vi &amp;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6754-CF0A-40C2-94B3-830BD65B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HỎI ĐÁP TRONG IELTS WRITING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8C46A-DCE9-4065-B057-5F3AD52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Task 1/2  ·  tiêu chí  ·  band descriptors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78822-5BD9-4E45-9D71-836E437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NGUỒN HIỆN CÓ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69A86-730C-4842-BB0A-348150D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81089-24F3-4B12-94CB-D48F029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AFF"/>
                </a:solidFill>
                <a:latin typeface="Arial"/>
                <a:ea typeface="Arial"/>
                <a:cs typeface="Arial"/>
              </a:rPr>
              <a:t>trang Markdown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AE4CE-BC3F-43CB-97C9-F976F13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5F219-7288-432C-A107-F0F16D92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GOLDEN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99C94-0414-414A-B7CF-36C48333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7DAB8-383C-4351-A616-5A3B5921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48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E749E-9AF0-490D-B98F-12FB05F6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577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3 nhóm thử thách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D53C1-92D9-4F8F-A04C-D8E286A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DF33A-9BC6-4AE8-AE2C-0B1F43C2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A99BFF"/>
                </a:solidFill>
                <a:latin typeface="Arial"/>
                <a:ea typeface="Arial"/>
                <a:cs typeface="Arial"/>
              </a:rPr>
              <a:t>10 + 10 + 10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F133C-35FA-440A-8E8A-99ED126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04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AFF"/>
                </a:solidFill>
                <a:latin typeface="Arial"/>
                <a:ea typeface="Arial"/>
                <a:cs typeface="Arial"/>
              </a:rPr>
              <a:t>từ khóa  ·  diễn đạt lại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AFF"/>
                </a:solidFill>
                <a:latin typeface="Arial"/>
                <a:ea typeface="Arial"/>
                <a:cs typeface="Arial"/>
              </a:rPr>
              <a:t>nhiều ràng buộc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DD8F3-0B70-426C-980E-34BE5CC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05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Câu hỏi benchmark bằng tiếng Anh</a:t>
            </a:r>
          </a:p>
        </p:txBody>
      </p:sp>
    </p:spTree>
    <p:extLst>
      <p:ext uri="{BB962C8B-B14F-4D97-AF65-F5344CB8AC3E}">
        <p14:creationId xmlns:p14="http://schemas.microsoft.com/office/powerpoint/2010/main" val="234204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81D84-832D-4769-A840-64239B2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E81F6-9886-4EA7-8CB3-FAF8F90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8DCA1-EC3D-4600-8014-E01EE08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Kiến trúc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7E547-71B3-41D3-8697-D18082DE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Từ tài liệu nguồn đến câu trả lời có thể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982A8-688A-46AB-B1A1-C5D4D375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19050">
            <a:solidFill>
              <a:srgbClr val="22B8C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3D0C2-FA54-433A-B2ED-1AC7074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95625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B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A3B1C-6B82-4024-9A7B-3AA6474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EFABC-175A-4B18-B446-291079C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909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Nguồn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2BA3C-2982-4BD8-849F-F9254D21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5767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IELTS + bài viết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C17A-35EF-4830-8E77-3C488A34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24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19050">
            <a:solidFill>
              <a:srgbClr val="22B8C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F9B0A-F55E-4EC8-96FF-82D0430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B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23A80-0B06-4C20-8F71-6304284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765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F014F-1C05-4F7E-9744-F923F3FE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BFDD-3C06-4021-A0EF-108DF08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5767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C02C4-AA6A-445A-A27F-9174337F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19050">
            <a:solidFill>
              <a:srgbClr val="22B8C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0F5D5-D3C7-47E2-AC01-C9ABE9E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95625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B8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94648-6FE2-4C4D-9EB5-9623CF6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AC5C1-F3C9-40DC-A6F6-4640491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909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Lập chỉ mục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FB8F1-07C0-453F-9E57-A1C90A68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5767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ChromaDB + BM25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21B79-3532-4B9E-9BD5-1F59FF9B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24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19050">
            <a:solidFill>
              <a:srgbClr val="22B8C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7B045-DBE4-47E3-94D9-58F2EB8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95625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B8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BA400-4808-41F1-855D-DDF75DDE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765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50BCA-2C2F-4EE2-9374-34042CE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Truy xuất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1DEFE9-B634-4921-93BB-7A39BCA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5767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Dense + RRF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CA637-F27E-4A88-920B-BA298D9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24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BFF"/>
          </a:solidFill>
          <a:ln xmlns:a="http://schemas.openxmlformats.org/drawingml/2006/main" w="19050">
            <a:solidFill>
              <a:srgbClr val="A99B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993AA-ABD7-4AC2-9F43-A213263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909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Trả lời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B2232-2E69-4795-BF04-D667EB35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5767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LLM + [S#]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36B9C-44A3-431B-9BB0-8C5BEE1F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Chunk theo heading  ·  tối đa 1.200 ký tự  ·  không overlap</a:t>
            </a:r>
          </a:p>
        </p:txBody>
      </p:sp>
    </p:spTree>
    <p:extLst>
      <p:ext uri="{BB962C8B-B14F-4D97-AF65-F5344CB8AC3E}">
        <p14:creationId xmlns:p14="http://schemas.microsoft.com/office/powerpoint/2010/main" val="2144446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583B-0CC0-4E91-AD09-7BA809F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2A64-829E-450D-A2D6-509A5852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6DFB3-05B0-4DE4-81D0-7D3CBCE5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Truy xuất: hai tín hiệu, một thứ hạng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BC816-9C8D-426A-992C-D034C7E6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57066-F8D2-45CB-B1AF-B78369B9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79C6-B301-4461-80C6-743C7FE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Tìm đoạn gần nghĩa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CCF4-19BA-4E9B-9CBB-D61926C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Cosine similarity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0CCE6-494E-488A-B5A6-2CC1132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99B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0A14F-F28E-4D70-A9BF-0D6D566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09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TỪ KHÓA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23C70-DB56-42C5-9E3A-EAFC42E3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AD47-3D98-4A17-8874-CD2DBB0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Khớp thuật ngữ cụ thể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86A85-6F34-40E2-A9C0-59BA9EF5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00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Lexical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3F4CA-6EAD-42C2-9CE5-869F5765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1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6DF5B-4B2A-448D-9F0F-9ED913D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99BFF"/>
                </a:solidFill>
                <a:latin typeface="Arial"/>
                <a:ea typeface="Arial"/>
                <a:cs typeface="Arial"/>
              </a:rPr>
              <a:t>RRF  k=60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29439-6FB2-4F1E-B440-AE52408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97999-E068-48F0-AB43-C381D5D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Top 5 đoạn liên quan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C866B-31FC-4261-B20A-395B3F89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Embedding mặc định pipeline: BAAI/bge-m3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2F924-0A85-4492-B78B-1A756050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9BFF"/>
                </a:solidFill>
                <a:latin typeface="Arial"/>
                <a:ea typeface="Arial"/>
                <a:cs typeface="Arial"/>
              </a:rPr>
              <a:t>Benchmark: all-mpnet-base-v2</a:t>
            </a:r>
          </a:p>
        </p:txBody>
      </p:sp>
    </p:spTree>
    <p:extLst>
      <p:ext uri="{BB962C8B-B14F-4D97-AF65-F5344CB8AC3E}">
        <p14:creationId xmlns:p14="http://schemas.microsoft.com/office/powerpoint/2010/main" val="2009186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9231E-954A-4A24-AAA0-A555C05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4F557-0E59-4C2D-9B27-A18AD20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8DC0A-DDAD-46E8-BE43-E40A8BF8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Câu trả lời có nguồn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6C056-2A75-4639-9D3B-D9F74159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A0905-7959-4965-9BD3-1FB6B20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Task 2 chiếm bao nhiêu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điểm Writing?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A7B7C-7E14-400A-930D-9A36CBF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99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F9E9D-D421-46E3-B551-27818DE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3832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82BB9-AEFD-4075-BB55-E9182AE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BẰNG CHỨNG TRUY XUẤT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7AE20-AD26-4E8D-B818-C2099C4E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AFF"/>
                </a:solidFill>
                <a:latin typeface="Arial"/>
                <a:ea typeface="Arial"/>
                <a:cs typeface="Arial"/>
              </a:rPr>
              <a:t>“Task 2 is worth two thirds.”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234A8-E70A-4AD2-9E43-A629405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[S1]  IELTS Writing Test 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03269-3305-4571-9B34-C26C6F11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418C8-C49E-4EFE-B26C-D537383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TRẢ LỜI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80BD3-F968-495F-A49D-7E4A5DF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Task 2 chiếm 2/3 tổng điểm Writing.  [S1]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91CA0-4ED8-4568-8CEC-5F95E9C8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A99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9BFF"/>
                </a:solidFill>
                <a:latin typeface="Arial"/>
                <a:ea typeface="Arial"/>
                <a:cs typeface="Arial"/>
              </a:rPr>
              <a:t>Không đủ bằng chứng → từ chối an toàn</a:t>
            </a:r>
          </a:p>
        </p:txBody>
      </p:sp>
    </p:spTree>
    <p:extLst>
      <p:ext uri="{BB962C8B-B14F-4D97-AF65-F5344CB8AC3E}">
        <p14:creationId xmlns:p14="http://schemas.microsoft.com/office/powerpoint/2010/main" val="1772515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FF6A8-EB2A-4438-95C8-373D251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IELTS WRITING  / 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C40F5-3296-4CA2-A290-686F78A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C9D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D2AF1-6A1F-48CB-B610-324BAC06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Kết quả truy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E419B-CF73-4566-B64C-7024E787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30 câu hỏi  ·  5 trang nguồn  ·  Hit@k = tìm thấy chunk chứa evidence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04850" y="215265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6460"/>
                <a:gridCol w="2156460"/>
                <a:gridCol w="2156460"/>
                <a:gridCol w="2156460"/>
                <a:gridCol w="2156460"/>
              </a:tblGrid>
              <a:tr h="714375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54D8E8"/>
                          </a:solidFill>
                          <a:latin typeface="Arial"/>
                          <a:ea typeface="Arial"/>
                          <a:cs typeface="Arial"/>
                        </a:rPr>
                        <a:t>Phương thức</a:t>
                      </a:r>
                    </a:p>
                  </a:txBody>
                  <a:tcPr marL="91440" marR="91440" marT="45720" marB="45720" anchor="ctr">
                    <a:solidFill>
                      <a:srgbClr val="102A46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54D8E8"/>
                          </a:solidFill>
                          <a:latin typeface="Arial"/>
                          <a:ea typeface="Arial"/>
                          <a:cs typeface="Arial"/>
                        </a:rPr>
                        <a:t>Hit@1</a:t>
                      </a:r>
                    </a:p>
                  </a:txBody>
                  <a:tcPr marL="91440" marR="91440" marT="45720" marB="45720" anchor="ctr">
                    <a:solidFill>
                      <a:srgbClr val="102A46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54D8E8"/>
                          </a:solidFill>
                          <a:latin typeface="Arial"/>
                          <a:ea typeface="Arial"/>
                          <a:cs typeface="Arial"/>
                        </a:rPr>
                        <a:t>Hit@3</a:t>
                      </a:r>
                    </a:p>
                  </a:txBody>
                  <a:tcPr marL="91440" marR="91440" marT="45720" marB="45720" anchor="ctr">
                    <a:solidFill>
                      <a:srgbClr val="102A46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54D8E8"/>
                          </a:solidFill>
                          <a:latin typeface="Arial"/>
                          <a:ea typeface="Arial"/>
                          <a:cs typeface="Arial"/>
                        </a:rPr>
                        <a:t>Hit@5</a:t>
                      </a:r>
                    </a:p>
                  </a:txBody>
                  <a:tcPr marL="91440" marR="91440" marT="45720" marB="45720" anchor="ctr">
                    <a:solidFill>
                      <a:srgbClr val="102A46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54D8E8"/>
                          </a:solidFill>
                          <a:latin typeface="Arial"/>
                          <a:ea typeface="Arial"/>
                          <a:cs typeface="Arial"/>
                        </a:rPr>
                        <a:t>MRR@5</a:t>
                      </a:r>
                    </a:p>
                  </a:txBody>
                  <a:tcPr marL="91440" marR="91440" marT="45720" marB="45720" anchor="ctr">
                    <a:solidFill>
                      <a:srgbClr val="102A46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0,567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0,867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0,900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0,712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Dense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0,500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0,667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0,767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0,587</a:t>
                      </a:r>
                    </a:p>
                  </a:txBody>
                  <a:tcPr marL="91440" marR="91440" marT="45720" marB="45720" anchor="ctr">
                    <a:solidFill>
                      <a:srgbClr val="0B2038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Hybrid (RRF)</a:t>
                      </a:r>
                    </a:p>
                  </a:txBody>
                  <a:tcPr marL="91440" marR="91440" marT="45720" marB="45720" anchor="ctr">
                    <a:solidFill>
                      <a:srgbClr val="142F4C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0,667</a:t>
                      </a:r>
                    </a:p>
                  </a:txBody>
                  <a:tcPr marL="91440" marR="91440" marT="45720" marB="45720" anchor="ctr">
                    <a:solidFill>
                      <a:srgbClr val="142F4C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0,867</a:t>
                      </a:r>
                    </a:p>
                  </a:txBody>
                  <a:tcPr marL="91440" marR="91440" marT="45720" marB="45720" anchor="ctr">
                    <a:solidFill>
                      <a:srgbClr val="142F4C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0,900</a:t>
                      </a:r>
                    </a:p>
                  </a:txBody>
                  <a:tcPr marL="91440" marR="91440" marT="45720" marB="45720" anchor="ctr">
                    <a:solidFill>
                      <a:srgbClr val="142F4C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6FAFF"/>
                          </a:solidFill>
                          <a:latin typeface="Arial"/>
                          <a:ea typeface="Arial"/>
                          <a:cs typeface="Arial"/>
                        </a:rPr>
                        <a:t>0,764</a:t>
                      </a:r>
                    </a:p>
                  </a:txBody>
                  <a:tcPr marL="91440" marR="91440" marT="45720" marB="45720" anchor="ctr">
                    <a:solidFill>
                      <a:srgbClr val="142F4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5562-CCAF-4972-8D23-A04406E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4D8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D8E8"/>
                </a:solidFill>
                <a:latin typeface="Arial"/>
                <a:ea typeface="Arial"/>
                <a:cs typeface="Arial"/>
              </a:rPr>
              <a:t>Hybrid dẫn đầu ở Hit@1 và MRR@5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E0A8-0CD2-447A-9F57-10C524B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6F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AFF"/>
                </a:solidFill>
                <a:latin typeface="Arial"/>
                <a:ea typeface="Arial"/>
                <a:cs typeface="Arial"/>
              </a:rPr>
              <a:t>Hit@5 bằng BM25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E795A-30CE-45D1-96E5-1C97C30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C9D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DA"/>
                </a:solidFill>
                <a:latin typeface="Arial"/>
                <a:ea typeface="Arial"/>
                <a:cs typeface="Arial"/>
              </a:rPr>
              <a:t>Đo truy xuất evidence, không đo độ đúng câu trả lời LLM.</a:t>
            </a:r>
          </a:p>
        </p:txBody>
      </p:sp>
    </p:spTree>
    <p:extLst>
      <p:ext uri="{BB962C8B-B14F-4D97-AF65-F5344CB8AC3E}">
        <p14:creationId xmlns:p14="http://schemas.microsoft.com/office/powerpoint/2010/main" val="1827383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2026-09-25T04:53:43.1060000Z</dcterms:created>
  <dcterms:modified xsi:type="dcterms:W3CDTF">2026-09-25T04:53:43.1060000Z</dcterms:modified>
</coreProperties>
</file>